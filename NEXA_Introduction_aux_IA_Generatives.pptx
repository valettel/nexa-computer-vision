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7"/>
  </p:notesMasterIdLst>
  <p:sldIdLst>
    <p:sldId id="256" r:id="rId6"/>
  </p:sldIdLst>
  <p:sldSz cx="18288000" cy="10287000"/>
  <p:notesSz cx="6858000" cy="9144000"/>
  <p:embeddedFontLst>
    <p:embeddedFont>
      <p:font typeface="Montserrat Ultra-Bold" charset="1" panose="00000900000000000000"/>
      <p:regular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notesMasters/notesMaster1.xml" Type="http://schemas.openxmlformats.org/officeDocument/2006/relationships/notesMaster"/><Relationship Id="rId8" Target="theme/theme2.xml" Type="http://schemas.openxmlformats.org/officeDocument/2006/relationships/theme"/><Relationship Id="rId9" Target="notesSlides/notesSlide1.xml" Type="http://schemas.openxmlformats.org/officeDocument/2006/relationships/notes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Relationship Id="rId4" Target="https://github.com/yugmerabtene/NEXA_Introduction_aux_IA_Generatives" TargetMode="External" Type="http://schemas.openxmlformats.org/officeDocument/2006/relationships/hyperlink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-152400" y="-262647"/>
            <a:ext cx="18440400" cy="10348926"/>
            <a:chOff x="0" y="0"/>
            <a:chExt cx="24587200" cy="1379856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587200" cy="13798550"/>
            </a:xfrm>
            <a:custGeom>
              <a:avLst/>
              <a:gdLst/>
              <a:ahLst/>
              <a:cxnLst/>
              <a:rect r="r" b="b" t="t" l="l"/>
              <a:pathLst>
                <a:path h="13798550" w="24587200">
                  <a:moveTo>
                    <a:pt x="0" y="0"/>
                  </a:moveTo>
                  <a:lnTo>
                    <a:pt x="24587200" y="0"/>
                  </a:lnTo>
                  <a:lnTo>
                    <a:pt x="24587200" y="13798550"/>
                  </a:lnTo>
                  <a:lnTo>
                    <a:pt x="0" y="13798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9067800" y="2899703"/>
            <a:ext cx="7767569" cy="992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0"/>
              </a:lnSpc>
            </a:pPr>
            <a:r>
              <a:rPr lang="en-US" b="true" sz="4407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  <a:hlinkClick r:id="rId4" tooltip="https://github.com/yugmerabtene/NEXA_Introduction_aux_IA_Generatives"/>
              </a:rPr>
              <a:t>NEXA Introduction aux IA Generatives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DAHHSy3gi7w</dc:identifier>
  <dcterms:modified xsi:type="dcterms:W3CDTF">2011-08-01T06:04:30Z</dcterms:modified>
  <cp:revision>1</cp:revision>
  <dc:title>NEXA_Introduction_aux_IA_Generatives</dc:title>
</cp:coreProperties>
</file>